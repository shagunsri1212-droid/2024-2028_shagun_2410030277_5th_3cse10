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85779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47548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 Display"/>
              </a:rPr>
              <a:t>IILM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22D4E"/>
                </a:solidFill>
                <a:latin typeface="Aptos Display"/>
              </a:rPr>
              <a:t>DATA ANALYTICS WITH PYTHON &amp;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89648"/>
                </a:solidFill>
                <a:latin typeface="Aptos"/>
              </a:rP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7D"/>
                </a:solidFill>
                <a:latin typeface="Aptos"/>
              </a:rPr>
              <a:t>Student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703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A32"/>
                </a:solidFill>
                <a:latin typeface="Aptos"/>
              </a:rPr>
              <a:t>SHAGUN SRIVASTAVA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142231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7D"/>
                </a:solidFill>
                <a:latin typeface="Aptos"/>
              </a:rPr>
              <a:t>Enrollment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1422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A32"/>
                </a:solidFill>
                <a:latin typeface="Aptos"/>
              </a:rPr>
              <a:t>2410030277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58114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7D"/>
                </a:solidFill>
                <a:latin typeface="Aptos"/>
              </a:rPr>
              <a:t>Program &amp;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5811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A32"/>
                </a:solidFill>
                <a:latin typeface="Aptos"/>
              </a:rPr>
              <a:t>B.Tech CSE • 5th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02005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7D"/>
                </a:solidFill>
                <a:latin typeface="Aptos"/>
              </a:rPr>
              <a:t>Organization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02005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A32"/>
                </a:solidFill>
                <a:latin typeface="Aptos"/>
              </a:rPr>
              <a:t>EduSkills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362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737D"/>
                </a:solidFill>
                <a:latin typeface="Aptos"/>
              </a:rPr>
              <a:t>School of Computer Science and Engineering •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1. Internship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6362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8-week internship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6362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9260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Data Analytics with Python &amp; 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6362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29260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EduSkills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Progressive learning from analytics fundamentals to practical project workflow.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Covered Python, Pandas, SQL, Power BI, DAX, visualization, integration and collaboration.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Included Sales Performance Analysis, Customer Behavior Analysis and a capstone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2. 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Build practical proficiency in Python for data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Perform data cleaning and preprocessing using Pandas.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Use SQL fundamentals and advanced SQL techniques for data extraction.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Create data visualizations and interactive dashboards using Power BI.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Understand Power BI data modeling and DAX basics.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Integrate Python, SQL and Power BI within an analytical workflow.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Apply the learned skills to sales, customer behavior and e-commerce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3. Technologies &amp;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7218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Core programming &amp; data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7218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Cleaning, preprocessing &amp;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7218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Data extraction &amp; analytical querying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39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834639"/>
            <a:ext cx="73152" cy="123444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8094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28999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Visualization, dashboards &amp;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34639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834639"/>
            <a:ext cx="73152" cy="123444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298094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DAX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28999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Power BI calculations &amp; measures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834639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834639"/>
            <a:ext cx="73152" cy="123444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98094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Python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28999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Analytical visualizations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4340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343400"/>
            <a:ext cx="73152" cy="123444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8970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Power BI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Publishing &amp; collaboration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34340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343400"/>
            <a:ext cx="73152" cy="123444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48970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Python +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93776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Integrated data extraction workflow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34340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4343400"/>
            <a:ext cx="73152" cy="123444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489704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Python + Power 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29260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Connected analytics &amp; dashboard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4. Project Workflow /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81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56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Data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Analytics fundamentals • Environment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481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56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2677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Pandas cleaning • Preprocessing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81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56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677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SQL fundamentals • Advanced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481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1856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2677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Python analysis • Power BI + DAX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7216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Visualize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5079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Interactive Power BI • Python visualization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61188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9312" y="37216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Integrate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45079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Python + SQL • Python + Power 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1188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7216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Apply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5079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Sales &amp; customer analysis projects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611880"/>
            <a:ext cx="24688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37216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9648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D4E"/>
                </a:solidFill>
                <a:latin typeface="Aptos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45079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Capstone dashboard • Service &amp; collaboration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0525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Logical workflow represented in the internship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89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89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Business data • Datasets /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0552"/>
            <a:ext cx="10332720" cy="685800"/>
          </a:xfrm>
          <a:prstGeom prst="roundRect">
            <a:avLst/>
          </a:prstGeom>
          <a:solidFill>
            <a:srgbClr val="EBF6E7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Clean, transform • Python +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80944"/>
            <a:ext cx="103327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906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DATA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90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Query &amp; extract •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31335"/>
            <a:ext cx="10332720" cy="685800"/>
          </a:xfrm>
          <a:prstGeom prst="roundRect">
            <a:avLst/>
          </a:prstGeom>
          <a:solidFill>
            <a:srgbClr val="EBF6E7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941063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ANALYSIS &amp;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4106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Analyze &amp; calculate • Python + Power BI + DAX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81728"/>
            <a:ext cx="103327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914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914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Interactive dashboards • Power BI + 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32120"/>
            <a:ext cx="10332720" cy="685800"/>
          </a:xfrm>
          <a:prstGeom prst="roundRect">
            <a:avLst/>
          </a:prstGeom>
          <a:solidFill>
            <a:srgbClr val="EBF6E7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6418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D4E"/>
                </a:solidFill>
                <a:latin typeface="Aptos"/>
              </a:rPr>
              <a:t>INTEGRATION &amp;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6418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Connect &amp; share • Power BI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6. Projects Covered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73152" cy="324612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55063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Real-World Project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718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Sales Performance Analysis
Applied the analytics workflow to sales-oriented data and focused on turning data into useful analytical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508760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508760"/>
            <a:ext cx="73152" cy="324612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55063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Real-World Project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03120"/>
            <a:ext cx="29718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Customer Behavior Analysis
Applied data analytics concepts to understand customer-oriented information and present analytical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508760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508760"/>
            <a:ext cx="73152" cy="324612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655063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Capstone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103120"/>
            <a:ext cx="29718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E-commerce Sales &amp; Customer Insights Dashboard
Integrated the internship skills into an interactive dashboard-oriented project.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7.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0525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E-commerce Sales &amp; Customer Insights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Capstone focus: organize e-commerce sales and customer information into an interactive analytical view.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Data preparation: cleaning and preprocessing using the Python/Pandas workflow.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Data extraction and analysis: SQL and Python-based analytical workflow.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Dashboard layer: Power BI visualization, data modeling, interactivity and DAX basics.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Integration and delivery: Python + Power BI workflow and Power BI Service collaboration.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532120"/>
            <a:ext cx="10241280" cy="594360"/>
          </a:xfrm>
          <a:prstGeom prst="roundRect">
            <a:avLst/>
          </a:prstGeom>
          <a:solidFill>
            <a:srgbClr val="EBF6E7"/>
          </a:solidFill>
          <a:ln>
            <a:solidFill>
              <a:srgbClr val="D2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5099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D4E"/>
                </a:solidFill>
                <a:latin typeface="Aptos"/>
              </a:rPr>
              <a:t>Goal: transform business data into clear, interactive and decision-oriented insights.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8. 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73152" cy="86868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72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Practical understanding of the data analytics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325880"/>
            <a:ext cx="73152" cy="86868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472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Working knowledge of Python and Pandas for data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68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73152" cy="86868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Understanding of SQL for data extraction and analytical querying.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468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468880"/>
            <a:ext cx="73152" cy="86868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063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Ability to build visualizations and interactive Power BI dashboards.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11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11880"/>
            <a:ext cx="73152" cy="86868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58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06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Foundational understanding of Power BI data modeling and DAX.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611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611880"/>
            <a:ext cx="73152" cy="86868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758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206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Exposure to Python, SQL and Power BI integration.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54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754880"/>
            <a:ext cx="73152" cy="868680"/>
          </a:xfrm>
          <a:prstGeom prst="rect">
            <a:avLst/>
          </a:prstGeom>
          <a:solidFill>
            <a:srgbClr val="58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901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Project experience in sales performance, customer behavior and e-commerce insights.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754880"/>
            <a:ext cx="50749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59" y="4754880"/>
            <a:ext cx="73152" cy="868680"/>
          </a:xfrm>
          <a:prstGeom prst="rect">
            <a:avLst/>
          </a:prstGeom>
          <a:solidFill>
            <a:srgbClr val="26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4901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D4E"/>
                </a:solidFill>
                <a:latin typeface="Aptos"/>
              </a:rPr>
              <a:t>Outcome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5349240"/>
            <a:ext cx="466344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Understanding of Power BI Service, collaboration and project workflow.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The 8-week internship provided a structured progression from data analytics fundamentals to practical project work.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The training connected Python, Pandas, SQL and Power BI into an end-to-end analytics workflow.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Real-world projects strengthened application of sales and customer analysis concepts.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The E-commerce Sales &amp; Customer Insights Dashboard served as the capstone application of the learned skills.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Overall, the internship strengthened practical foundations for data analysis, visualization and business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648"/>
                </a:solidFill>
                <a:latin typeface="Aptos Display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D4E"/>
                </a:solidFill>
                <a:latin typeface="Aptos Display"/>
              </a:rPr>
              <a:t>10. Internship Completion</a:t>
            </a:r>
          </a:p>
        </p:txBody>
      </p:sp>
      <p:pic>
        <p:nvPicPr>
          <p:cNvPr id="4" name="Picture 3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7111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9737D"/>
                </a:solidFill>
                <a:latin typeface="Aptos"/>
              </a:rPr>
              <a:t>8-week Internship • Data Analytics with Python &amp; Power BI • Issued Aug 29,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22D4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